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Config-Based ETL Engine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97280"/>
            <a:ext cx="11430000" cy="1097280"/>
          </a:xfrm>
          <a:prstGeom prst="rect">
            <a:avLst/>
          </a:prstGeom>
          <a:solidFill>
            <a:srgbClr val="C8E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Frontend (React UI)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2377440"/>
            <a:ext cx="11430000" cy="1097280"/>
          </a:xfrm>
          <a:prstGeom prst="rect">
            <a:avLst/>
          </a:prstGeom>
          <a:solidFill>
            <a:srgbClr val="DCFF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Backend (Flask API)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657600"/>
            <a:ext cx="11430000" cy="1097280"/>
          </a:xfrm>
          <a:prstGeom prst="rect">
            <a:avLst/>
          </a:prstGeom>
          <a:solidFill>
            <a:srgbClr val="FFE6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Processing Engine (Python ETL)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2103120" cy="100584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👤 User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Create Mapping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188720"/>
            <a:ext cx="2103120" cy="100584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⚛ React UI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Mapping Screen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2468880"/>
            <a:ext cx="2103120" cy="1005840"/>
          </a:xfrm>
          <a:prstGeom prst="round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🌐 Flask API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Receive Mapping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2468880"/>
            <a:ext cx="2103120" cy="1005840"/>
          </a:xfrm>
          <a:prstGeom prst="round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⚙ Generate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Config 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0" y="3749039"/>
            <a:ext cx="2103120" cy="1005840"/>
          </a:xfrm>
          <a:prstGeom prst="round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🐍 etl_engine.py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Execute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3749039"/>
            <a:ext cx="2103120" cy="1005840"/>
          </a:xfrm>
          <a:prstGeom prst="round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📊 Output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File / DB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60320" y="1691640.0"/>
            <a:ext cx="182880" cy="0.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46320" y="1691640.0"/>
            <a:ext cx="182880" cy="1280160.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132320" y="2971800.0"/>
            <a:ext cx="182880" cy="0.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418320" y="2971800.0"/>
            <a:ext cx="182880" cy="1280159.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7315200" y="4251959.0"/>
            <a:ext cx="4389120" cy="0.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