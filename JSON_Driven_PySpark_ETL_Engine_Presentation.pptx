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Config-Driven PySpark ETL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"Give me a JSON, I'll run your pipeline."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Config-Driven ETL Engine?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ETL Challenges: Hardcoding transformations, slow turnaround times, Spark optimization complexity.</a:t>
            </a:r>
          </a:p>
          <a:p>
            <a:pPr lvl="1"/>
            <a:r>
              <a:t>Our Solution: End-to-end web platform bridging UI with PySpark clusters.</a:t>
            </a:r>
          </a:p>
          <a:p>
            <a:pPr lvl="1"/>
            <a:r>
              <a:t>The Goal: Execute complex mappings via intuitive JSON specification.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TypeScript with interactive pipeline canvas.</a:t>
            </a:r>
          </a:p>
          <a:p>
            <a:pPr lvl="1"/>
            <a:r>
              <a:t>API Bridge: Flask REST API for validation and orchestration.</a:t>
            </a:r>
          </a:p>
          <a:p>
            <a:pPr lvl="1"/>
            <a:r>
              <a:t>Backend Engine: Scalable PySpark 4.x JSON-driven transformations.</a:t>
            </a:r>
          </a:p>
          <a:p>
            <a:pPr lvl="1"/>
            <a:r>
              <a:t>Storage: PostgreSQL, Oracle, SQL Server, Parquet, 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Drag-and-Drop Simplicity Meets Robust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 Source/Target config, CDC/Lookup mappings, JSON preview (TransformationBuilder.tsx).</a:t>
            </a:r>
          </a:p>
          <a:p>
            <a:pPr lvl="1"/>
            <a:r>
              <a:t>Services Engine: Centralized REST integration (apiClient.ts) with retry &amp; error handling.</a:t>
            </a:r>
          </a:p>
          <a:p>
            <a:pPr lvl="1"/>
            <a:r>
              <a:t>Types: Strict TypeScript schemas aligned with backend validations.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Source &amp; Target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fetches sample headers and DB columns dynamically.</a:t>
            </a:r>
          </a:p>
          <a:p>
            <a:pPr lvl="1"/>
            <a:r>
              <a:t>Prevents transformation errors before execution.</a:t>
            </a:r>
          </a:p>
          <a:p>
            <a:pPr lvl="1"/>
            <a:r>
              <a:t>Significantly reduces runtime failure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Transformation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 Level: Substrings, concatenation, conditional logic, rounding, casting.</a:t>
            </a:r>
          </a:p>
          <a:p>
            <a:pPr lvl="1"/>
            <a:r>
              <a:t>Row Level: Sampling, sorting, filtering, deduplication.</a:t>
            </a:r>
          </a:p>
          <a:p>
            <a:pPr lvl="1"/>
            <a:r>
              <a:t>Data Privacy: Hashing and AES encryption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Complex Delta Logic (CDC)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Implements SCD Type-2 logic instead of truncate-and-load.</a:t>
            </a:r>
          </a:p>
          <a:p>
            <a:pPr lvl="1"/>
            <a:r>
              <a:t>MD5 checksums distinguish Inserts vs Updates vs Deletes.</a:t>
            </a:r>
          </a:p>
          <a:p>
            <a:pPr lvl="1"/>
            <a:r>
              <a:t>Optimized staging and DB-native upsert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Enrichment on the Fly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external lookup files mid-pipeline.</a:t>
            </a:r>
          </a:p>
          <a:p>
            <a:pPr lvl="1"/>
            <a:r>
              <a:t>Configurable Broadcast Joins for performance optimization.</a:t>
            </a:r>
          </a:p>
          <a:p>
            <a:pPr lvl="1"/>
            <a:r>
              <a:t>Automatic alias and column mapping resolution.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the JSON 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etl_engine.py reads and processes JSON payload.</a:t>
            </a:r>
          </a:p>
          <a:p>
            <a:pPr lvl="1"/>
            <a:r>
              <a:t>SourceFactory → TransformationFactory → TargetFactory flow.</a:t>
            </a:r>
          </a:p>
          <a:p>
            <a:pPr lvl="1"/>
            <a:r>
              <a:t>Dynamic JDBC isolation level and transaction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and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metrics: Source vs Target vs Reject row counts.</a:t>
            </a:r>
          </a:p>
          <a:p>
            <a:pPr lvl="1"/>
            <a:r>
              <a:t>Centralized logging with clear stdout/stderr separation.</a:t>
            </a:r>
          </a:p>
          <a:p>
            <a:pPr lvl="1"/>
            <a:r>
              <a:t>Parquet-based reject buckets for dirty data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Separated configuration from execution for reusability and auditability.</a:t>
            </a:r>
          </a:p>
          <a:p>
            <a:pPr lvl="1"/>
            <a:r>
              <a:t>Next Steps: ML inference, Kafka streaming, visual DAG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