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Config-Based ETL Engine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4114800"/>
          </a:xfrm>
          <a:prstGeom prst="rect">
            <a:avLst/>
          </a:prstGeom>
          <a:solidFill>
            <a:srgbClr val="DC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Ingest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5029200" cy="2743200"/>
          </a:xfrm>
          <a:prstGeom prst="rect">
            <a:avLst/>
          </a:prstGeom>
          <a:solidFill>
            <a:srgbClr val="E2E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31920"/>
            <a:ext cx="5029200" cy="1280160"/>
          </a:xfrm>
          <a:prstGeom prst="rect">
            <a:avLst/>
          </a:prstGeom>
          <a:solidFill>
            <a:srgbClr val="FFE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React UI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Flask API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Receive 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Generate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Config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etl_engine.py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1148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 Data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(Target DB/File)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201168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Reject Bucket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(Parquet)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48640" y="2377440.0"/>
            <a:ext cx="2011680" cy="137160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60320" y="2377440.0"/>
            <a:ext cx="1097280" cy="137160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377440.0"/>
            <a:ext cx="27432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657600" y="2377440.0"/>
            <a:ext cx="4297680" cy="228600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943600" y="2377440.0"/>
            <a:ext cx="2011680" cy="228600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