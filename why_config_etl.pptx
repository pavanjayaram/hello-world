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Config-Driven ETL Engine?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474720" cy="1097280"/>
          </a:xfrm>
          <a:prstGeom prst="round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🚀 Faster Development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No code changes needed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371600"/>
            <a:ext cx="3474720" cy="1097280"/>
          </a:xfrm>
          <a:prstGeom prst="round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🔄 Reusability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One engine, multiple pipelines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3474720" cy="1097280"/>
          </a:xfrm>
          <a:prstGeom prst="round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⚙ Flexibility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Supports File &amp; DB sources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2743200"/>
            <a:ext cx="3474720" cy="1097280"/>
          </a:xfrm>
          <a:prstGeom prst="roundRect">
            <a:avLst/>
          </a:prstGeom>
          <a:solidFill>
            <a:srgbClr val="9B59B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📊 Dynamic Mapping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Driven by JSON config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114800"/>
            <a:ext cx="3474720" cy="1097280"/>
          </a:xfrm>
          <a:prstGeom prst="roundRect">
            <a:avLst/>
          </a:prstGeom>
          <a:solidFill>
            <a:srgbClr val="C0504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🛡 Data Quality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Validation &amp; error handling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4114800"/>
            <a:ext cx="3474720" cy="1097280"/>
          </a:xfrm>
          <a:prstGeom prst="roundRect">
            <a:avLst/>
          </a:prstGeom>
          <a:solidFill>
            <a:srgbClr val="4BACC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📈 Scalability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Easily extend pipelines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